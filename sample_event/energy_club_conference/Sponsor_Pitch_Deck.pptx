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Clean Energy Conference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Yale SOM Energy Club · Friday, February 26, 2027 · New Haven, 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partner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~400 students, alumni and industry guests</a:t>
            </a:r>
          </a:p>
          <a:p>
            <a:r>
              <a:t>Three panels: grid, storage, climate finance</a:t>
            </a:r>
          </a:p>
          <a:p>
            <a:r>
              <a:t>Case competition judged by partners</a:t>
            </a:r>
          </a:p>
          <a:p>
            <a:r>
              <a:t>https://cleanenergy-yale.example.org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Platinum — $15,000</a:t>
            </a:r>
          </a:p>
          <a:p>
            <a:r>
              <a:t>Gold — $8,000</a:t>
            </a:r>
          </a:p>
          <a:p>
            <a:r>
              <a:t>Silver — $4,000</a:t>
            </a:r>
          </a:p>
          <a:p>
            <a:r>
              <a:t>Community — $1,500</a:t>
            </a:r>
          </a:p>
          <a:p>
            <a:r>
              <a:t>Contact: kevin.zhou@som.example.edu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Kevin Zhou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